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0"/>
            <a:ext cx="1645920" cy="5143500"/>
          </a:xfrm>
          <a:prstGeom prst="rect">
            <a:avLst/>
          </a:prstGeom>
          <a:solidFill>
            <a:srgbClr val="1A2744">
              <a:alpha val="15000"/>
            </a:srgbClr>
          </a:solidFill>
          <a:ln w="12700">
            <a:solidFill>
              <a:srgbClr val="1A2744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03120" y="0"/>
            <a:ext cx="1645920" cy="5143500"/>
          </a:xfrm>
          <a:prstGeom prst="rect">
            <a:avLst/>
          </a:prstGeom>
          <a:solidFill>
            <a:srgbClr val="1A2744">
              <a:alpha val="15000"/>
            </a:srgbClr>
          </a:solidFill>
          <a:ln w="12700">
            <a:solidFill>
              <a:srgbClr val="1A2744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0" y="0"/>
            <a:ext cx="1645920" cy="5143500"/>
          </a:xfrm>
          <a:prstGeom prst="rect">
            <a:avLst/>
          </a:prstGeom>
          <a:solidFill>
            <a:srgbClr val="1A2744">
              <a:alpha val="15000"/>
            </a:srgbClr>
          </a:solidFill>
          <a:ln w="12700">
            <a:solidFill>
              <a:srgbClr val="1A2744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0" y="0"/>
            <a:ext cx="1645920" cy="5143500"/>
          </a:xfrm>
          <a:prstGeom prst="rect">
            <a:avLst/>
          </a:prstGeom>
          <a:solidFill>
            <a:srgbClr val="1A2744">
              <a:alpha val="15000"/>
            </a:srgbClr>
          </a:solidFill>
          <a:ln w="12700">
            <a:solidFill>
              <a:srgbClr val="1A2744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0" y="0"/>
            <a:ext cx="1645920" cy="5143500"/>
          </a:xfrm>
          <a:prstGeom prst="rect">
            <a:avLst/>
          </a:prstGeom>
          <a:solidFill>
            <a:srgbClr val="1A2744">
              <a:alpha val="15000"/>
            </a:srgbClr>
          </a:solidFill>
          <a:ln w="12700">
            <a:solidFill>
              <a:srgbClr val="1A2744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972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VisionEdge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36576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77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Smart Surveillance Platform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face recognition · Edge AI · Multi-tenant SaaS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VisionEdge Team  ·  Stakeholder Briefing  ·  2026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1005840"/>
            <a:ext cx="2286000" cy="50292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1005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1719072"/>
            <a:ext cx="2286000" cy="50292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7190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Face AI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2432304"/>
            <a:ext cx="2286000" cy="50292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24323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Robust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3145536"/>
            <a:ext cx="2286000" cy="50292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31455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SaaS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cameras capture everything — but understand nothing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CCTV is reactive, not intelligent.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54480"/>
            <a:ext cx="64008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642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alerts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99339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reviewed hours later. VIPs and threats go unrecognised in the moment.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554480"/>
            <a:ext cx="64008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642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99339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staff watch feeds live — expensive, error-prone, unscalable.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06324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063240"/>
            <a:ext cx="64008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729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identity awareness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50215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record faces but cannot tell who is staff, VIP, or blacklisted.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06324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063240"/>
            <a:ext cx="64008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1729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AI in real conditions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50215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models fail under blur, fog, CCTV compression and night conditions.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 surveillance cameras worldwide — less than 1% have real AI intelligence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744">
              <a:alpha val="40000"/>
            </a:srgbClr>
          </a:solidFill>
          <a:ln w="12700">
            <a:solidFill>
              <a:srgbClr val="1A2744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822960"/>
            <a:ext cx="2743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601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VisionEdge brings production-grade AI face recognition to any existing IP camera network — running at the edge for instant response, syncing to the cloud for management.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2651760" cy="1298448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19202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8056" y="2267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Detection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48056" y="25603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+ recognition runs locally on-site. No cloud round-trip for every frame.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2968" y="1828800"/>
            <a:ext cx="2651760" cy="1298448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00984" y="19202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00984" y="2267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Face Optimised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00984" y="25603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34K Indian faces. Outperforms generic models on South Asian faces.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25896" y="1828800"/>
            <a:ext cx="2651760" cy="1298448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3912" y="19202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53912" y="2267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Robust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53912" y="25603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under blur, fog, noise, low-res footage — real CCTV conditions.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310128"/>
            <a:ext cx="2651760" cy="1298448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" y="34015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8056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48056" y="404164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arrival, blacklist detection, unknown faces — WhatsApp + push within seconds.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72968" y="3310128"/>
            <a:ext cx="2651760" cy="1298448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00984" y="34015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300984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Resilient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300984" y="404164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events locally when internet is down. Syncs automatically on reconnect.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25896" y="3310128"/>
            <a:ext cx="2651760" cy="1298448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53912" y="34015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153912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153912" y="404164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cloud platform serves many clients. Full data isolation per organisation.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Edge-to-cloud pipeline — low latency detection, centralised management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508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Camera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81328"/>
            <a:ext cx="13258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544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Stream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11680" y="1097280"/>
            <a:ext cx="150876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11680" y="11704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Agent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3120" y="1481328"/>
            <a:ext cx="132588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15544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InsightFace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PyTorch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89120" y="1097280"/>
            <a:ext cx="1508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11704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0" y="1481328"/>
            <a:ext cx="13258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15544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JWT Auth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Queue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26480" y="1097280"/>
            <a:ext cx="150876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26480" y="11704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Backend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481328"/>
            <a:ext cx="132588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5544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PostgreSQL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· Celery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863840" y="1097280"/>
            <a:ext cx="1508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11704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55280" y="1481328"/>
            <a:ext cx="13258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0" y="15544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Alerts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783080" y="1783080"/>
            <a:ext cx="228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ysDash"/>
          </a:ln>
        </p:spPr>
      </p:sp>
      <p:sp>
        <p:nvSpPr>
          <p:cNvPr id="27" name="Text 25"/>
          <p:cNvSpPr/>
          <p:nvPr/>
        </p:nvSpPr>
        <p:spPr>
          <a:xfrm>
            <a:off x="1783080" y="18288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520440" y="1783080"/>
            <a:ext cx="8686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ysDash"/>
          </a:ln>
        </p:spPr>
      </p:sp>
      <p:sp>
        <p:nvSpPr>
          <p:cNvPr id="29" name="Text 27"/>
          <p:cNvSpPr/>
          <p:nvPr/>
        </p:nvSpPr>
        <p:spPr>
          <a:xfrm>
            <a:off x="3520440" y="18288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(async)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330952" y="1783080"/>
            <a:ext cx="79552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ysDash"/>
          </a:ln>
        </p:spPr>
      </p:sp>
      <p:sp>
        <p:nvSpPr>
          <p:cNvPr id="31" name="Text 29"/>
          <p:cNvSpPr/>
          <p:nvPr/>
        </p:nvSpPr>
        <p:spPr>
          <a:xfrm>
            <a:off x="5330952" y="1828800"/>
            <a:ext cx="795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(HTTPS)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635240" y="1783080"/>
            <a:ext cx="228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ysDash"/>
          </a:ln>
        </p:spPr>
      </p:sp>
      <p:sp>
        <p:nvSpPr>
          <p:cNvPr id="33" name="Text 31"/>
          <p:cNvSpPr/>
          <p:nvPr/>
        </p:nvSpPr>
        <p:spPr>
          <a:xfrm>
            <a:off x="7635240" y="18288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82880" y="960120"/>
            <a:ext cx="3520440" cy="16276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77B6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201168" y="9875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(Customer Site)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035040" y="960120"/>
            <a:ext cx="1828800" cy="16276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59669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6053328" y="9875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(Person B)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4320" y="2880360"/>
            <a:ext cx="1600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2880360"/>
            <a:ext cx="160020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2971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Capture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33375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Sub-stream RTSP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640×360 @ 10fps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011680" y="2880360"/>
            <a:ext cx="1600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011680" y="2880360"/>
            <a:ext cx="1600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03120" y="2971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103120" y="33375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→ Align 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(512-d)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749040" y="2880360"/>
            <a:ext cx="1600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49040" y="2880360"/>
            <a:ext cx="160020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0" y="2971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&amp; Decide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840480" y="33375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local DB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486400" y="2880360"/>
            <a:ext cx="1600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86400" y="2880360"/>
            <a:ext cx="16002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77840" y="2971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Queue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577840" y="33375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offline buffer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on reconnect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223760" y="2880360"/>
            <a:ext cx="1600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23760" y="2880360"/>
            <a:ext cx="16002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15200" y="2971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315200" y="33375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events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face DB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74320" y="43159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data flow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Agent — What Runs On-Site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process installed at customer premises · Runs 24/7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64008" cy="1737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05840"/>
            <a:ext cx="4069080" cy="384048"/>
          </a:xfrm>
          <a:prstGeom prst="rect">
            <a:avLst/>
          </a:prstGeom>
          <a:solidFill>
            <a:srgbClr val="0077B6">
              <a:alpha val="12000"/>
            </a:srgbClr>
          </a:solidFill>
          <a:ln w="12700">
            <a:solidFill>
              <a:srgbClr val="0077B6">
                <a:alpha val="1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698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Manager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" y="146304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sub-stream capture (OpenCV)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Per-camera threads with auto-reconnect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redaction in logs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queue (latest frame always ready)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05840"/>
            <a:ext cx="64008" cy="1737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4069080" cy="384048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10698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Face Detector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146304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InsightFace buffalo_l model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contrast enhancement for dark footage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 det_thresh (0.3 = fog-tolerant)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 embedding per detected face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26080"/>
            <a:ext cx="64008" cy="1737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926080"/>
            <a:ext cx="4069080" cy="384048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1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9900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Database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" y="338328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WAL mode (concurrent access)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persons table: embeddings + roles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pending_events: offline queue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for fast upload status queries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92608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926080"/>
            <a:ext cx="64008" cy="1737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926080"/>
            <a:ext cx="4069080" cy="38404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1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29900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Engine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28032" y="338328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sync: polls cloud for updates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uploader: retry queue with backoff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— buffers to SQLite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JWT-authenticated HTTPS to backend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 Stream Manager ✓  ·  Face Detector ✓  ·  Local DB ✓  ·  Sync Engine — In Progress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Face Recognition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InsightFace buffalo_l · ResNet100 backbone · ArcFace metric learning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51560"/>
            <a:ext cx="1280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1097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Frame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148132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640×360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536192" y="1627632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19072" y="1051560"/>
            <a:ext cx="12801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19072" y="1097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19072" y="148132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RetinaFace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99232" y="1627632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82112" y="1051560"/>
            <a:ext cx="12801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82112" y="1097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82112" y="148132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5-point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112×112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462272" y="1627632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45152" y="1051560"/>
            <a:ext cx="12801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45152" y="1097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45152" y="148132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ResNet100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 vector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25312" y="1627632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08192" y="1051560"/>
            <a:ext cx="12801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08192" y="1097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08192" y="148132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DB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388352" y="1627632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71232" y="1051560"/>
            <a:ext cx="12801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571232" y="1097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71232" y="148132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246888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468880"/>
            <a:ext cx="192024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606040"/>
            <a:ext cx="16459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11480" y="3234233"/>
            <a:ext cx="173736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468880" y="246888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468880" y="2468880"/>
            <a:ext cx="19202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06040" y="2606040"/>
            <a:ext cx="16459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2560320" y="3234233"/>
            <a:ext cx="173736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(fog)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17720" y="246888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17720" y="2468880"/>
            <a:ext cx="192024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2606040"/>
            <a:ext cx="16459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4709160" y="3234233"/>
            <a:ext cx="173736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66560" y="246888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66560" y="2468880"/>
            <a:ext cx="192024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03720" y="2606040"/>
            <a:ext cx="16459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50ms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6858000" y="3234233"/>
            <a:ext cx="173736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(CPU mode)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3840480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" y="3840480"/>
            <a:ext cx="64008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3895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Enhancement Pipeline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02920" y="4206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(Contrast Limited Adaptive Histogram Equalisation)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before detection on dark or foggy frames. Normalises local contrast in 8×8 tile blocks — recovers faces invisible to the naked eye in CCTV footage without blowing out bright areas.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for Indian Faces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4572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buffalo_l was trained on MS-Celeb (predominantly Western faces) — we fine-tune it on Indian face data for superior accuracy on our target demographic.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160520" cy="35204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IMFDB Dataset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Movie Face Database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384048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7568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34,512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011680" y="207568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715768"/>
            <a:ext cx="384048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3405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011680" y="273405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identities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374136"/>
            <a:ext cx="384048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9242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Bollywood &amp;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011680" y="339242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Indian actors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032504"/>
            <a:ext cx="384048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05079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variation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011680" y="405079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lighting, pose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325880"/>
            <a:ext cx="4160520" cy="35204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417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00600" y="1874520"/>
            <a:ext cx="347472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30368" y="187452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ResNet100 backbone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(buffalo_l ONNX weights kept intact)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2496312"/>
            <a:ext cx="347472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496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30368" y="2496312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ArcFace classification head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(512-d → num_classes projection)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3118104"/>
            <a:ext cx="347472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118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30368" y="311810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precision fp16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(fits in 6GB VRAM — RTX 4050)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0600" y="3739896"/>
            <a:ext cx="347472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739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30368" y="3739896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augmentations during training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(blur, fog, noise, JPEG, low-res)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4361688"/>
            <a:ext cx="347472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4361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30368" y="4361688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epochs · AdamW · CosineAnnealingLR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256 with pre-cached embeddings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Robustness Testing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benchmark under 12 real-world degradation conditions — not just clean studio photos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2976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7840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8880" y="9784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307592"/>
            <a:ext cx="42976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399032"/>
            <a:ext cx="73152" cy="1280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075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23160" y="13075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618488"/>
            <a:ext cx="42976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709928"/>
            <a:ext cx="73152" cy="12801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6184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 mild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423160" y="16184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k=5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929384"/>
            <a:ext cx="42976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020824"/>
            <a:ext cx="73152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92938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 heavy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423160" y="192938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k=15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240280"/>
            <a:ext cx="42976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331720"/>
            <a:ext cx="73152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2402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light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423160" y="22402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white overlay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551176"/>
            <a:ext cx="42976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642616"/>
            <a:ext cx="73152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55117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heavy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423160" y="255117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white overlay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2862072"/>
            <a:ext cx="42976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2953512"/>
            <a:ext cx="73152" cy="12801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86207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low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423160" y="28620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σ=10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172968"/>
            <a:ext cx="42976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3264408"/>
            <a:ext cx="73152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17296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high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423160" y="31729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σ=40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3483864"/>
            <a:ext cx="42976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3575304"/>
            <a:ext cx="73152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48386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Low-res 50%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423160" y="348386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Downscale + upscale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3794760"/>
            <a:ext cx="42976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3886200"/>
            <a:ext cx="73152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7947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Low-res 25%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423160" y="37947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Downscale + upscale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4105656"/>
            <a:ext cx="42976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" y="4197096"/>
            <a:ext cx="73152" cy="12801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10565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q=30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423160" y="410565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artefacts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4320" y="4416552"/>
            <a:ext cx="42976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4320" y="4507992"/>
            <a:ext cx="73152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4165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q=10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423160" y="44165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compression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74320" y="4727448"/>
            <a:ext cx="42976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4320" y="4818888"/>
            <a:ext cx="73152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7274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423160" y="47274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 + fog + noise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54880" y="960120"/>
            <a:ext cx="4114800" cy="1965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892040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Metric: TAR @ FAR = 1%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892040" y="141732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Accept Rate</a:t>
            </a:r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how many genuine matches are correctly accepted
</a:t>
            </a:r>
            <a:pPr indent="0" marL="0">
              <a:buNone/>
            </a:pPr>
            <a:r>
              <a:rPr lang="en-US" sz="95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Accept Rate locked at 1%</a:t>
            </a:r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industry standard security threshold
</a:t>
            </a:r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scoring 90% TAR@FAR=1% correctly identifies 9 out of 10 real matches while keeping impostor acceptance below 1%.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754880" y="301752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846320" y="3063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TAR@FAR=1% (illustrative)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800600" y="34564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605272" y="3483864"/>
            <a:ext cx="2750515" cy="1645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74075" y="34564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800600" y="369417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605272" y="3721608"/>
            <a:ext cx="228234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905902" y="369417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800600" y="393192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605272" y="3959352"/>
            <a:ext cx="190195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25512" y="39319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800600" y="416966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605272" y="4197096"/>
            <a:ext cx="2340864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964424" y="41696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800600" y="440740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Low-res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605272" y="4434840"/>
            <a:ext cx="1697126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320686" y="440740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4800600" y="464515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5605272" y="4672584"/>
            <a:ext cx="152156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145122" y="46451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Backend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 · Person B · FastAPI + PostgreSQL + Redis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64008" cy="1737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115568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(FastAPI)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1417320"/>
            <a:ext cx="3813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— client_id always from token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tokens for edge devices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endpoints: events, faces, sites, alerts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Multi-tenant: every query scoped to client_id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64008" cy="1737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115568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(PostgreSQL)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28032" y="1417320"/>
            <a:ext cx="3813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Sites, cameras, persons, events tables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encrypted face embeddings at rest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per tenant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Migration-safe schema design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26080"/>
            <a:ext cx="64008" cy="1737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035808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Queue (Redis + Celery)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" y="3337560"/>
            <a:ext cx="3813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event processing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 alerts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FCM push notifications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face sync to edge devices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926080"/>
            <a:ext cx="64008" cy="1737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3035808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28032" y="3337560"/>
            <a:ext cx="3813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AGENT_SECRET separate from user tokens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face embedding encryption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data isolation (no cross-tenant queries)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HTTPS-only, rate limiting on auth endpoints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 locked in API_CONTRACT.md — both teams build against the same spec independently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↔ Cloud API Contract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interface — both teams can build independently and integrate on day one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206240" cy="3977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0241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/api/v1/events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event from edge agent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camera_id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20240" y="16276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of camera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97510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person_id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20240" y="197510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person UUID (nullable)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3225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person_name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20240" y="232257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name (nullable)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6700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20240" y="26700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| vip | blacklisted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017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20240" y="3017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– 1.0 cosine similarity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3649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event_type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20240" y="33649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 | checkout | vip_spotted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blacklist_alert | unknown_face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71246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20240" y="371246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ISO-8601 UTC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40599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frame_path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20240" y="405993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path to snapshot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960120"/>
            <a:ext cx="4206240" cy="1874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00600" y="10241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/api/v1/faces/sync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13258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pulls face DB updates from cloud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00600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actions[]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2648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| delete operations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00600" y="1901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26480" y="19019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UUID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00600" y="22037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26480" y="22037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AES-256 encrypted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00600" y="25054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synced_at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26480" y="25054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ISO-8601 timestamp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63440" y="2926080"/>
            <a:ext cx="4206240" cy="2011680"/>
          </a:xfrm>
          <a:prstGeom prst="rect">
            <a:avLst/>
          </a:prstGeom>
          <a:solidFill>
            <a:srgbClr val="0D1B2A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00600" y="29900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00600" y="3364992"/>
            <a:ext cx="3931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Bearer &lt;agent_token&gt;
</a:t>
            </a:r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client_id always extracted from token — never from request body
</a:t>
            </a:r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Separate AGENT_SECRET from user JWT_SECRET
</a:t>
            </a:r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 ID validated against token claims
</a:t>
            </a:r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embeddings AES-256 encrypted in transit and at rest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Timeline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4572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868680"/>
            <a:ext cx="1572768" cy="4069080"/>
          </a:xfrm>
          <a:prstGeom prst="rect">
            <a:avLst/>
          </a:prstGeom>
          <a:solidFill>
            <a:srgbClr val="162032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68680"/>
            <a:ext cx="1572768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869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" y="117043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47472" y="150876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" y="1920240"/>
            <a:ext cx="138988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schema + WAL mode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stream manager with reconnect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Per-camera thread architecture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DB layer (persons + events)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75104" y="868680"/>
            <a:ext cx="1572768" cy="4069080"/>
          </a:xfrm>
          <a:prstGeom prst="rect">
            <a:avLst/>
          </a:prstGeom>
          <a:solidFill>
            <a:srgbClr val="162032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75104" y="868680"/>
            <a:ext cx="1572768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5104" y="8869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75104" y="117043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66544" y="150876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+ Testing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66544" y="1920240"/>
            <a:ext cx="138988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InsightFace buffalo_l integration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enhancement for dark footage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LFW benchmark under 12 degradations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robustness parameter tuning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94176" y="868680"/>
            <a:ext cx="1572768" cy="4069080"/>
          </a:xfrm>
          <a:prstGeom prst="rect">
            <a:avLst/>
          </a:prstGeom>
          <a:solidFill>
            <a:srgbClr val="162032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94176" y="868680"/>
            <a:ext cx="1572768" cy="548640"/>
          </a:xfrm>
          <a:prstGeom prst="rect">
            <a:avLst/>
          </a:prstGeom>
          <a:solidFill>
            <a:srgbClr val="D97706">
              <a:alpha val="45000"/>
            </a:srgbClr>
          </a:solidFill>
          <a:ln w="12700">
            <a:solidFill>
              <a:srgbClr val="D97706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94176" y="8869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94176" y="117043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785616" y="150876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Face Training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785616" y="1920240"/>
            <a:ext cx="138988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IMFDB dataset download + alignment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ArcFace fine-tuning pipeline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embedding cache (GPU speed)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vs baseline under degradations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13248" y="868680"/>
            <a:ext cx="1572768" cy="4069080"/>
          </a:xfrm>
          <a:prstGeom prst="rect">
            <a:avLst/>
          </a:prstGeom>
          <a:solidFill>
            <a:srgbClr val="162032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13248" y="868680"/>
            <a:ext cx="1572768" cy="548640"/>
          </a:xfrm>
          <a:prstGeom prst="rect">
            <a:avLst/>
          </a:prstGeom>
          <a:solidFill>
            <a:srgbClr val="B0BEC5">
              <a:alpha val="45000"/>
            </a:srgbClr>
          </a:solidFill>
          <a:ln w="12700">
            <a:solidFill>
              <a:srgbClr val="B0BEC5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13248" y="8869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13248" y="117043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04688" y="150876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+ Sync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504688" y="1920240"/>
            <a:ext cx="138988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Recognizer (cosine match vs DB)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uploader (offline queue + retry)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sync (poll cloud for updates)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integration with cloud API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32320" y="868680"/>
            <a:ext cx="1572768" cy="4069080"/>
          </a:xfrm>
          <a:prstGeom prst="rect">
            <a:avLst/>
          </a:prstGeom>
          <a:solidFill>
            <a:srgbClr val="162032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0" y="868680"/>
            <a:ext cx="1572768" cy="548640"/>
          </a:xfrm>
          <a:prstGeom prst="rect">
            <a:avLst/>
          </a:prstGeom>
          <a:solidFill>
            <a:srgbClr val="B0BEC5">
              <a:alpha val="45000"/>
            </a:srgbClr>
          </a:solidFill>
          <a:ln w="12700">
            <a:solidFill>
              <a:srgbClr val="B0BEC5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0" y="8869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32320" y="117043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223760" y="150876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223760" y="1920240"/>
            <a:ext cx="138988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Firebase push alerts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stress test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hardware testing (Tapo C200)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demo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 — Right Now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is running in background while this presentation is being delivered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26517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170432"/>
            <a:ext cx="54864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1704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5156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Foundation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15087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+ DB + Detector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72968" y="100584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005840"/>
            <a:ext cx="26517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82696" y="1170432"/>
            <a:ext cx="54864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11704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3904488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82696" y="15087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InsightFace + CLAHE + LFW benchmark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25896" y="100584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25896" y="1005840"/>
            <a:ext cx="26517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35624" y="1170432"/>
            <a:ext cx="548640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35624" y="11704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6757416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35624" y="15087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IMFDB data → ArcFace fine-tuning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37744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377440"/>
            <a:ext cx="26517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" y="2542032"/>
            <a:ext cx="54864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25420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05156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9768" y="2880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with Person B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72968" y="237744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72968" y="2377440"/>
            <a:ext cx="265176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82696" y="2542032"/>
            <a:ext cx="548640" cy="237744"/>
          </a:xfrm>
          <a:prstGeom prst="rect">
            <a:avLst/>
          </a:prstGeom>
          <a:solidFill>
            <a:srgbClr val="0077B6">
              <a:alpha val="3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82696" y="25420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3904488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82696" y="2880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match vs local DB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25896" y="237744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25896" y="2377440"/>
            <a:ext cx="265176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35624" y="2542032"/>
            <a:ext cx="548640" cy="237744"/>
          </a:xfrm>
          <a:prstGeom prst="rect">
            <a:avLst/>
          </a:prstGeom>
          <a:solidFill>
            <a:srgbClr val="0077B6">
              <a:alpha val="3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35624" y="25420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6757416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Upload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35624" y="2880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queue + retry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3840480"/>
            <a:ext cx="850392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0040" y="3840480"/>
            <a:ext cx="64008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38953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Training Update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02920" y="420624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prepare_data.py is currently running: aligning 34K Indian face images to 112×112 using InsightFace. Once complete (~15–20 min), finetune.py starts automatically and trains the ArcFace head for 20 epochs on GPU. Estimated total time: ~1 hour.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open-source stack — battle-tested, low-cost to deploy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65176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Agent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344168"/>
            <a:ext cx="2651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37160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160934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911096"/>
            <a:ext cx="26517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193852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InsightFace 0.7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9768" y="21762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+ embedding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478024"/>
            <a:ext cx="2651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50545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4.13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9768" y="27432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capture + image processing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044952"/>
            <a:ext cx="26517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07238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2.11 + CUDA 13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9768" y="33101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ArcFace fine-tuning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611880"/>
            <a:ext cx="2651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36393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1.24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9768" y="387705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inference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4178808"/>
            <a:ext cx="26517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420624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WAL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9768" y="444398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database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72968" y="960120"/>
            <a:ext cx="26517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72968" y="960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Backend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172968" y="1344168"/>
            <a:ext cx="2651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82696" y="137160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82696" y="160934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framework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172968" y="1911096"/>
            <a:ext cx="26517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82696" y="193852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82696" y="21762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database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72968" y="2478024"/>
            <a:ext cx="2651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82696" y="250545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Celery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282696" y="27432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queue + async jobs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172968" y="3044952"/>
            <a:ext cx="26517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82696" y="307238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AES-256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82696" y="33101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encryption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172968" y="3611880"/>
            <a:ext cx="2651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82696" y="36393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FCM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282696" y="387705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172968" y="4178808"/>
            <a:ext cx="26517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82696" y="420624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282696" y="444398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25896" y="960120"/>
            <a:ext cx="265176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25896" y="960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025896" y="1344168"/>
            <a:ext cx="2651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35624" y="137160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buffalo_l (ResNet100)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135624" y="160934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backbone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025896" y="1911096"/>
            <a:ext cx="26517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35624" y="193852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ArcFace loss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135624" y="21762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learning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025896" y="2478024"/>
            <a:ext cx="2651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35624" y="250545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IMFDB dataset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135624" y="27432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34K Indian faces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025896" y="3044952"/>
            <a:ext cx="26517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35624" y="307238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135624" y="33101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enhancement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025896" y="3611880"/>
            <a:ext cx="2651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35624" y="36393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LFW benchmark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6135624" y="387705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testing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025896" y="4178808"/>
            <a:ext cx="26517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35624" y="420624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TAR@FAR=1%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135624" y="444398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metric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RTX 4050 Mobile (6GB VRAM) for training  ·  Targets Jetson Nano / Raspberry Pi 5 for edge deployment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744">
              <a:alpha val="30000"/>
            </a:srgbClr>
          </a:solidFill>
          <a:ln w="12700">
            <a:solidFill>
              <a:srgbClr val="1A274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3657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14400"/>
            <a:ext cx="8321040" cy="896112"/>
          </a:xfrm>
          <a:prstGeom prst="rect">
            <a:avLst/>
          </a:prstGeom>
          <a:solidFill>
            <a:srgbClr val="162032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14400"/>
            <a:ext cx="548640" cy="8961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14400"/>
            <a:ext cx="548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96926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Training Pipeline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31673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runs finish → evaluate fine-tuned model vs baseline buffalo_l under all 12 CCTV degradations → derive optimal recognition threshold.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1938528"/>
            <a:ext cx="8321040" cy="896112"/>
          </a:xfrm>
          <a:prstGeom prst="rect">
            <a:avLst/>
          </a:prstGeom>
          <a:solidFill>
            <a:srgbClr val="16203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938528"/>
            <a:ext cx="548640" cy="89611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38528"/>
            <a:ext cx="548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199339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Recognizer + Event System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340864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recognizer.py (cosine match), event_uploader.py (offline queue), face_sync.py (cloud pull) — completing the full edge agent.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962656"/>
            <a:ext cx="8321040" cy="896112"/>
          </a:xfrm>
          <a:prstGeom prst="rect">
            <a:avLst/>
          </a:prstGeom>
          <a:solidFill>
            <a:srgbClr val="162032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962656"/>
            <a:ext cx="548640" cy="8961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62656"/>
            <a:ext cx="548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30175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Integration Test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364992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test with Person B: edge agent sends events → cloud API receives → alert fires → verifies multi-tenant isolation. Use Tapo C200 camera.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986784"/>
            <a:ext cx="8321040" cy="896112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986784"/>
            <a:ext cx="548640" cy="8961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986784"/>
            <a:ext cx="548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97280" y="404164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Demo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4389120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person walks in front of camera → VIP alert fires on WhatsApp within 3 seconds. Show blacklist alert and unknown face scenarios.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1A2744">
              <a:alpha val="35000"/>
            </a:srgbClr>
          </a:solidFill>
          <a:ln w="12700">
            <a:solidFill>
              <a:srgbClr val="1A2744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VisionEdge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2743200" y="2011680"/>
            <a:ext cx="36576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48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sees, understands, and acts — in real time.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737360" cy="12344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6148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34K+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face images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training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2697480"/>
            <a:ext cx="1737360" cy="12344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76148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0" y="3383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degradation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tested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2697480"/>
            <a:ext cx="1737360" cy="12344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76148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0" y="3383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delivery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target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0" y="2697480"/>
            <a:ext cx="1737360" cy="12344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76148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583680" y="3383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resilient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capture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·  VisionEdge Team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VisionEdge — Stakeholder Presentation</dc:title>
  <dc:subject>PptxGenJS Presentation</dc:subject>
  <dc:creator>VisionEdge Team</dc:creator>
  <cp:lastModifiedBy>VisionEdge Team</cp:lastModifiedBy>
  <cp:revision>1</cp:revision>
  <dcterms:created xsi:type="dcterms:W3CDTF">2026-04-15T10:13:14Z</dcterms:created>
  <dcterms:modified xsi:type="dcterms:W3CDTF">2026-04-15T10:13:14Z</dcterms:modified>
</cp:coreProperties>
</file>